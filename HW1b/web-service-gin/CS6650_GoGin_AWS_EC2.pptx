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2124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61712"/>
            <a:ext cx="7772400" cy="1470025"/>
          </a:xfrm>
        </p:spPr>
        <p:txBody>
          <a:bodyPr/>
          <a:lstStyle/>
          <a:p>
            <a:r>
              <a:rPr sz="4000" b="1" dirty="0">
                <a:solidFill>
                  <a:srgbClr val="204080"/>
                </a:solidFill>
              </a:rPr>
              <a:t>Deploying a Go (Gin) Web Service on AWS EC2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5484"/>
            <a:ext cx="6400800" cy="1752600"/>
          </a:xfrm>
        </p:spPr>
        <p:txBody>
          <a:bodyPr>
            <a:normAutofit fontScale="92500" lnSpcReduction="20000"/>
          </a:bodyPr>
          <a:lstStyle/>
          <a:p>
            <a:pPr>
              <a:defRPr sz="2000"/>
            </a:pPr>
            <a:r>
              <a:rPr sz="2200" dirty="0"/>
              <a:t>Wilson Neira</a:t>
            </a:r>
          </a:p>
          <a:p>
            <a:r>
              <a:rPr dirty="0"/>
              <a:t>CS 6650 – Building Scalable Distributed Systems</a:t>
            </a:r>
          </a:p>
          <a:p>
            <a:r>
              <a:rPr dirty="0"/>
              <a:t>Week 1 – AWS Learner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CS 6650 – AWS Learner Lab | Wilson Neira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04080"/>
                </a:solidFill>
              </a:rPr>
              <a:t>What I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229599" cy="452596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000" dirty="0"/>
              <a:t>I deployed my Homework 1a Go (Gin) web service on an AWS EC2 virtual machine</a:t>
            </a:r>
          </a:p>
          <a:p>
            <a:pPr>
              <a:defRPr sz="1800"/>
            </a:pPr>
            <a:r>
              <a:rPr sz="2000" dirty="0"/>
              <a:t>The service exposes REST endpoints for listing and adding music albums</a:t>
            </a:r>
          </a:p>
          <a:p>
            <a:pPr>
              <a:defRPr sz="1800"/>
            </a:pPr>
            <a:r>
              <a:rPr sz="2000" dirty="0"/>
              <a:t>The backend is intentionally in-memory to focus on deployment concepts</a:t>
            </a:r>
          </a:p>
          <a:p>
            <a:pPr>
              <a:defRPr sz="1800"/>
            </a:pPr>
            <a:r>
              <a:rPr sz="2000" dirty="0"/>
              <a:t>The same server code runs locally and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CS 6650 – AWS Learner Lab | Wilson Neira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103461-19A4-89D0-A77E-BEDD58B82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553" y="3429000"/>
            <a:ext cx="5574890" cy="24754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04080"/>
                </a:solidFill>
              </a:rPr>
              <a:t>Key Learning: Server Binding (localhost vs 0.0.0.0)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000" dirty="0"/>
              <a:t>Running on localhost:8080 only accepts connections from the same machine</a:t>
            </a:r>
          </a:p>
          <a:p>
            <a:pPr>
              <a:defRPr sz="1800"/>
            </a:pPr>
            <a:r>
              <a:rPr sz="2000" dirty="0"/>
              <a:t>On EC2, this blocked access from my laptop</a:t>
            </a:r>
          </a:p>
          <a:p>
            <a:pPr>
              <a:defRPr sz="1800"/>
            </a:pPr>
            <a:r>
              <a:rPr sz="2000" dirty="0"/>
              <a:t>Binding to 0.0.0.0:8080 allows traffic from outside the instance</a:t>
            </a:r>
          </a:p>
          <a:p>
            <a:pPr>
              <a:defRPr sz="1800"/>
            </a:pPr>
            <a:r>
              <a:rPr sz="2000" dirty="0"/>
              <a:t>This clarified how network interfaces affect accessibility</a:t>
            </a:r>
          </a:p>
        </p:txBody>
      </p:sp>
      <p:pic>
        <p:nvPicPr>
          <p:cNvPr id="4" name="Picture 3" descr="Part1Conn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892" y="3429000"/>
            <a:ext cx="5474215" cy="26167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CS 6650 – AWS Learner Lab | Wilson Neira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04080"/>
                </a:solidFill>
              </a:rPr>
              <a:t>Cross-Compiling from Windows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4114799" cy="365760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000" dirty="0"/>
              <a:t>My development machine runs Windows, while EC2 runs Amazon Linux</a:t>
            </a:r>
          </a:p>
          <a:p>
            <a:pPr>
              <a:defRPr sz="1800"/>
            </a:pPr>
            <a:r>
              <a:rPr sz="2000" dirty="0"/>
              <a:t>I cross-compiled using GOOS=</a:t>
            </a:r>
            <a:r>
              <a:rPr sz="2000" dirty="0" err="1"/>
              <a:t>linux</a:t>
            </a:r>
            <a:r>
              <a:rPr sz="2000" dirty="0"/>
              <a:t> and GOARCH=amd64</a:t>
            </a:r>
          </a:p>
          <a:p>
            <a:pPr>
              <a:defRPr sz="1800"/>
            </a:pPr>
            <a:r>
              <a:rPr sz="2000" dirty="0"/>
              <a:t>This produced a Linux ELF binary that runs directly on EC2</a:t>
            </a:r>
          </a:p>
          <a:p>
            <a:pPr>
              <a:defRPr sz="1800"/>
            </a:pPr>
            <a:r>
              <a:rPr sz="2000" dirty="0"/>
              <a:t>Linux requires executable permissions before running binaries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CS 6650 – AWS Learner Lab | Wilson Neira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7148F-6C8D-67BE-CC7B-71F1A3759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43187"/>
            <a:ext cx="4380271" cy="3957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04080"/>
                </a:solidFill>
              </a:rPr>
              <a:t>SSH Access and Key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000" dirty="0"/>
              <a:t>I connected to EC2 using SSH from Windows via PuTTY/Plink</a:t>
            </a:r>
          </a:p>
          <a:p>
            <a:pPr>
              <a:defRPr sz="1800"/>
            </a:pPr>
            <a:r>
              <a:rPr sz="2000" dirty="0"/>
              <a:t>PuTTY uses .</a:t>
            </a:r>
            <a:r>
              <a:rPr sz="2000" dirty="0" err="1"/>
              <a:t>ppk</a:t>
            </a:r>
            <a:r>
              <a:rPr sz="2000" dirty="0"/>
              <a:t> keys, while </a:t>
            </a:r>
            <a:r>
              <a:rPr sz="2000" dirty="0" err="1"/>
              <a:t>scp</a:t>
            </a:r>
            <a:r>
              <a:rPr sz="2000" dirty="0"/>
              <a:t> requires OpenSSH-compatible .</a:t>
            </a:r>
            <a:r>
              <a:rPr sz="2000" dirty="0" err="1"/>
              <a:t>pem</a:t>
            </a:r>
            <a:r>
              <a:rPr sz="2000" dirty="0"/>
              <a:t> keys</a:t>
            </a:r>
          </a:p>
          <a:p>
            <a:pPr>
              <a:defRPr sz="1800"/>
            </a:pPr>
            <a:r>
              <a:rPr sz="2000" dirty="0"/>
              <a:t>I converted my .</a:t>
            </a:r>
            <a:r>
              <a:rPr sz="2000" dirty="0" err="1"/>
              <a:t>ppk</a:t>
            </a:r>
            <a:r>
              <a:rPr sz="2000" dirty="0"/>
              <a:t> key to .</a:t>
            </a:r>
            <a:r>
              <a:rPr sz="2000" dirty="0" err="1"/>
              <a:t>pem</a:t>
            </a:r>
            <a:r>
              <a:rPr sz="2000" dirty="0"/>
              <a:t> to upload files</a:t>
            </a:r>
          </a:p>
          <a:p>
            <a:pPr>
              <a:defRPr sz="1800"/>
            </a:pPr>
            <a:r>
              <a:rPr sz="2000" dirty="0"/>
              <a:t>This showed how SSH tooling differs across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CS 6650 – AWS Learner Lab | Wilson Neira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04080"/>
                </a:solidFill>
              </a:rPr>
              <a:t>Security Groups and End-to-End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000" dirty="0"/>
              <a:t>AWS Security Groups act as a firewall for inbound traffic</a:t>
            </a:r>
          </a:p>
          <a:p>
            <a:pPr>
              <a:defRPr sz="1800"/>
            </a:pPr>
            <a:r>
              <a:rPr sz="2000" dirty="0"/>
              <a:t>I allowed SSH from my IP and HTTP traffic on port 8080</a:t>
            </a:r>
          </a:p>
          <a:p>
            <a:pPr>
              <a:defRPr sz="1800"/>
            </a:pPr>
            <a:r>
              <a:rPr sz="2000" dirty="0"/>
              <a:t>I tested locally with curl localhost:8080/albums</a:t>
            </a:r>
          </a:p>
          <a:p>
            <a:pPr>
              <a:defRPr sz="1800"/>
            </a:pPr>
            <a:r>
              <a:rPr sz="2000" dirty="0"/>
              <a:t>I verified remote access using the EC2 public IP from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CS 6650 – AWS Learner Lab | Wilson Neira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319</Words>
  <Application>Microsoft Office PowerPoint</Application>
  <PresentationFormat>On-screen Show 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Deploying a Go (Gin) Web Service on AWS EC2</vt:lpstr>
      <vt:lpstr>What I Built</vt:lpstr>
      <vt:lpstr>Key Learning: Server Binding (localhost vs 0.0.0.0)</vt:lpstr>
      <vt:lpstr>Cross-Compiling from Windows to Linux</vt:lpstr>
      <vt:lpstr>SSH Access and Key Management</vt:lpstr>
      <vt:lpstr>Security Groups and End-to-End Testing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Wilson Neira</cp:lastModifiedBy>
  <cp:revision>3</cp:revision>
  <dcterms:created xsi:type="dcterms:W3CDTF">2013-01-27T09:14:16Z</dcterms:created>
  <dcterms:modified xsi:type="dcterms:W3CDTF">2026-01-19T01:12:12Z</dcterms:modified>
  <cp:category/>
</cp:coreProperties>
</file>